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5544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59436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7B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Académico Inteligente para Moodle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94360" y="3337560"/>
            <a:ext cx="4572000" cy="36576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Tricherri  ·  Delfina Salinas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39136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Proyectos de Software  ·  UCC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material está en el aula.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alumno, a las 11 de la noche, no tiene a quién preguntarle.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475488" cy="475488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20025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9264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respuesta inmediata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9264" y="2212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docente no está disponible fuera del horario de clase.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926080"/>
            <a:ext cx="475488" cy="475488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962656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9264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genéricas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969264" y="3172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no conoce el programa ni los materiales de la materia.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3886200"/>
            <a:ext cx="475488" cy="475488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3922776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9264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saturado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969264" y="41330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mismas preguntas se repiten ciclo tras ciclo.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669280" y="822960"/>
            <a:ext cx="3154680" cy="379476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669280" y="11887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PM</a:t>
            </a:r>
            <a:endParaRPr lang="en-US" sz="5200" dirty="0"/>
          </a:p>
        </p:txBody>
      </p:sp>
      <p:sp>
        <p:nvSpPr>
          <p:cNvPr id="19" name="Text 14"/>
          <p:cNvSpPr/>
          <p:nvPr/>
        </p:nvSpPr>
        <p:spPr>
          <a:xfrm>
            <a:off x="5806440" y="23317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alumno estudia,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duda aparece,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hay respuesta.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217920" y="3611880"/>
            <a:ext cx="2194560" cy="3657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69280" y="37033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UCC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de IA embebido en Moodle que responde con el contenido real de la materia.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93392" y="1993392"/>
            <a:ext cx="219456" cy="45720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39696" y="1920240"/>
            <a:ext cx="73152" cy="201168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463040"/>
            <a:ext cx="1389888" cy="260604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14984" y="1664208"/>
            <a:ext cx="530352" cy="530352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728216"/>
            <a:ext cx="384048" cy="38404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" y="23408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" y="272491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39312" y="1993392"/>
            <a:ext cx="219456" cy="45720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85616" y="1920240"/>
            <a:ext cx="73152" cy="201168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31136" y="1463040"/>
            <a:ext cx="1389888" cy="260604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660904" y="1664208"/>
            <a:ext cx="530352" cy="530352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728216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31136" y="23408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NexusAI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304288" y="272491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Embebido 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aula virtual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285232" y="1993392"/>
            <a:ext cx="219456" cy="45720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431536" y="1920240"/>
            <a:ext cx="73152" cy="201168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877056" y="1463040"/>
            <a:ext cx="1389888" cy="260604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06824" y="1664208"/>
            <a:ext cx="530352" cy="530352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28216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77056" y="23408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950208" y="272491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semántica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ChromaDB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931152" y="1993392"/>
            <a:ext cx="219456" cy="45720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077456" y="1920240"/>
            <a:ext cx="73152" cy="201168"/>
          </a:xfrm>
          <a:prstGeom prst="rect">
            <a:avLst/>
          </a:prstGeom>
          <a:solidFill>
            <a:srgbClr val="7BA7E0"/>
          </a:solidFill>
          <a:ln w="12700">
            <a:solidFill>
              <a:srgbClr val="7BA7E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522976" y="1463040"/>
            <a:ext cx="1389888" cy="2606040"/>
          </a:xfrm>
          <a:prstGeom prst="rect">
            <a:avLst/>
          </a:prstGeom>
          <a:solidFill>
            <a:srgbClr val="F7F8FC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952744" y="1664208"/>
            <a:ext cx="530352" cy="530352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728216"/>
            <a:ext cx="384048" cy="38404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522976" y="23408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596128" y="272491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indexados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materia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168896" y="1463040"/>
            <a:ext cx="1389888" cy="260604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598664" y="1664208"/>
            <a:ext cx="530352" cy="53035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1728216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168896" y="2340864"/>
            <a:ext cx="1389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242048" y="2724912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y 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citada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PHP Moodle  ·  FastAPI  ·  ChromaDB  ·  Gemini 2.0 Flash  ·  Fly.io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de material  ·  Indexación  ·  Chat con RAG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99616"/>
            <a:ext cx="182880" cy="182880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44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con sprints de 2 semanas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182880" cy="182880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20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daily asíncrono, review y retro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50592"/>
            <a:ext cx="182880" cy="182880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3957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sprints hasta el MVP (1 de junio)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182880" cy="182880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8712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en GitHub Projects — 125 issues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01568"/>
            <a:ext cx="3840480" cy="1280160"/>
          </a:xfrm>
          <a:prstGeom prst="rect">
            <a:avLst/>
          </a:prstGeom>
          <a:solidFill>
            <a:srgbClr val="F7F8FC"/>
          </a:solidFill>
          <a:ln w="19050">
            <a:solidFill>
              <a:srgbClr val="4A7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EVM  (13 de abril)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2.44  </a:t>
            </a:r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adelantados en cronograma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1605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0.95  </a:t>
            </a:r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sobrecosto inicial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005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del MVP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463040"/>
            <a:ext cx="420624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57276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47488" y="15179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 investigación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7488" y="17739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22 Abr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2121408"/>
            <a:ext cx="420624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22311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47488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base + API + React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243230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Abr – 6 May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2779776"/>
            <a:ext cx="420624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28895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47488" y="2834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completo + chat end-to-end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47488" y="30906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20 May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3438144"/>
            <a:ext cx="4206240" cy="566928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45152" y="354787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47488" y="34930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Moodle + contenido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47488" y="374904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– 27 May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0" y="4096512"/>
            <a:ext cx="4206240" cy="566928"/>
          </a:xfrm>
          <a:prstGeom prst="rect">
            <a:avLst/>
          </a:prstGeom>
          <a:solidFill>
            <a:srgbClr val="F7F8FC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45152" y="420624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47488" y="4151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Entrega Final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47488" y="44074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 – 1 Jun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1 de junio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5819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60020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Académico (chat RAG)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2194560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24028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225856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 indexación de materiales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2852928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898648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29169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Moodle instalable (4.1–4.5)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65760" y="3511296"/>
            <a:ext cx="420624" cy="42062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55701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0" y="357530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en producción con CI/CD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1024128"/>
            <a:ext cx="3931920" cy="384048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937760" y="1024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— Jun a Nov 2026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846320" y="1536192"/>
            <a:ext cx="420624" cy="420624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1581912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94960" y="1600200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Planner — quizzes y flashcards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46320" y="2194560"/>
            <a:ext cx="420624" cy="420624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1184" y="2240280"/>
            <a:ext cx="310896" cy="31089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94960" y="2258568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semántico y resúmenes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4846320" y="2852928"/>
            <a:ext cx="420624" cy="420624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1184" y="2898648"/>
            <a:ext cx="310896" cy="31089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94960" y="2916936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para docentes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4846320" y="3511296"/>
            <a:ext cx="420624" cy="420624"/>
          </a:xfrm>
          <a:prstGeom prst="ellipse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1184" y="3557016"/>
            <a:ext cx="310896" cy="31089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394960" y="3575304"/>
            <a:ext cx="3291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Foros mejorados con IA</a:t>
            </a:r>
            <a:endParaRPr lang="en-US" sz="1200" dirty="0"/>
          </a:p>
        </p:txBody>
      </p:sp>
      <p:sp>
        <p:nvSpPr>
          <p:cNvPr id="32" name="Shape 22"/>
          <p:cNvSpPr/>
          <p:nvPr/>
        </p:nvSpPr>
        <p:spPr>
          <a:xfrm>
            <a:off x="365760" y="4617720"/>
            <a:ext cx="8412480" cy="3657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365760" y="47000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Final  →  Febrero 2027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B3A8C"/>
          </a:solidFill>
          <a:ln w="12700">
            <a:solidFill>
              <a:srgbClr val="2B3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4114800" cy="36576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Tricherri  ·  Delfina Salinas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Proyectos de Software  ·  UCC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337560"/>
            <a:ext cx="5120640" cy="530352"/>
          </a:xfrm>
          <a:prstGeom prst="rect">
            <a:avLst/>
          </a:prstGeom>
          <a:solidFill>
            <a:srgbClr val="2B3A8C"/>
          </a:solidFill>
          <a:ln w="12700">
            <a:solidFill>
              <a:srgbClr val="4A7FD4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41071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34107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A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github.com/delfisalinasmich/nexusAI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 producción: nexusai-api-ucc.fly.dev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NexusAI — Demo MVP</dc:title>
  <dc:subject>PptxGenJS Presentation</dc:subject>
  <dc:creator>PptxGenJS</dc:creator>
  <cp:lastModifiedBy>PptxGenJS</cp:lastModifiedBy>
  <cp:revision>1</cp:revision>
  <dcterms:created xsi:type="dcterms:W3CDTF">2026-05-26T14:57:50Z</dcterms:created>
  <dcterms:modified xsi:type="dcterms:W3CDTF">2026-05-26T14:57:50Z</dcterms:modified>
</cp:coreProperties>
</file>