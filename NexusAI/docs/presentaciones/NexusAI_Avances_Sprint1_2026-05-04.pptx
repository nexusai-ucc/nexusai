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1371600"/>
            <a:ext cx="5486400" cy="5486400"/>
          </a:xfrm>
          <a:prstGeom prst="ellipse">
            <a:avLst/>
          </a:prstGeom>
          <a:solidFill>
            <a:srgbClr val="6366F1">
              <a:alpha val="40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4114800"/>
            <a:ext cx="4572000" cy="4572000"/>
          </a:xfrm>
          <a:prstGeom prst="ellipse">
            <a:avLst/>
          </a:prstGeom>
          <a:solidFill>
            <a:srgbClr val="8B5CF6">
              <a:alpha val="2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INTEGRADOR · INGENIERÍA EN SISTEMAS · UCC 2026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640080" y="3108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del proyecto · Sprint 1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de mayo de 2026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4937760"/>
            <a:ext cx="45720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para Belén Zarazaga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Cátedra de Administración de Proyectos de Software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Santiago Tricherri (PM) · Delfina Salinas (SM) · Marcos Bugliotti (DB)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e Investigación cerrado al 100%. Sprint 1 al 70% a 2 días del cierre formal (mié 6/May). Backend FastAPI + Plugin Moodle 4.5 verificados end-to-end hoy.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96596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CERRADO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31520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31520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issues a Done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319272" y="19659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965960"/>
            <a:ext cx="73152" cy="2194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93592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(DÍA 11/14)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593592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4800" dirty="0"/>
          </a:p>
        </p:txBody>
      </p:sp>
      <p:sp>
        <p:nvSpPr>
          <p:cNvPr id="16" name="Text 14"/>
          <p:cNvSpPr/>
          <p:nvPr/>
        </p:nvSpPr>
        <p:spPr>
          <a:xfrm>
            <a:off x="3593592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línea con cronograma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81344" y="19659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1965960"/>
            <a:ext cx="73152" cy="21945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55664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55664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4800" dirty="0"/>
          </a:p>
        </p:txBody>
      </p:sp>
      <p:sp>
        <p:nvSpPr>
          <p:cNvPr id="21" name="Text 19"/>
          <p:cNvSpPr/>
          <p:nvPr/>
        </p:nvSpPr>
        <p:spPr>
          <a:xfrm>
            <a:off x="6455664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▲ adelantados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9043416" y="1965960"/>
            <a:ext cx="269748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043416" y="1965960"/>
            <a:ext cx="73152" cy="21945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17736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317736" y="265176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4800" dirty="0"/>
          </a:p>
        </p:txBody>
      </p:sp>
      <p:sp>
        <p:nvSpPr>
          <p:cNvPr id="26" name="Text 24"/>
          <p:cNvSpPr/>
          <p:nvPr/>
        </p:nvSpPr>
        <p:spPr>
          <a:xfrm>
            <a:off x="9317736" y="361188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 leve sobrecosto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4434840"/>
            <a:ext cx="11247120" cy="128016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4434840"/>
            <a:ext cx="109728" cy="12801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" y="45262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 ALCANZADO HOY · 4 / MAY / 2026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77240" y="484632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end-to-end del plugin Moodle 4.5 con bundle React renderizando el widget del asistente. Backend FastAPI con autenticación HMAC, providers LLM/Embeddings y 18 tests pytest funcionando.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57200" y="58978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88720" y="589788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Tricherri  ·  PM + Backend       Delfina Salinas  ·  SM + Frontend       Marcos Bugliotti  ·  DB + Integración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 · Reporte 4 May 2026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y estado del Sprint 1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28800"/>
            <a:ext cx="10881360" cy="0"/>
          </a:xfrm>
          <a:prstGeom prst="line">
            <a:avLst/>
          </a:prstGeom>
          <a:noFill/>
          <a:ln w="381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828800"/>
            <a:ext cx="2176272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93776" y="1682496"/>
            <a:ext cx="292608" cy="292608"/>
          </a:xfrm>
          <a:prstGeom prst="ellipse">
            <a:avLst/>
          </a:prstGeom>
          <a:solidFill>
            <a:srgbClr val="10B981"/>
          </a:solidFill>
          <a:ln w="381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-22860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-22860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9–22 Abr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10612" y="1623060"/>
            <a:ext cx="411480" cy="411480"/>
          </a:xfrm>
          <a:prstGeom prst="ellipse">
            <a:avLst/>
          </a:prstGeom>
          <a:solidFill>
            <a:srgbClr val="6366F1"/>
          </a:solidFill>
          <a:ln w="381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47672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47672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Abr–6 May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68249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23944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123944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7–20 May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22592" y="168249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00216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300216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21–27 May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9198864" y="168249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76488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476488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Jun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1375136" y="1682496"/>
            <a:ext cx="292608" cy="292608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4A3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652760" y="21488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652760" y="242316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Feb 2027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017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Sprint 1 por componente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5720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Plugin Moodle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20040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Skeleton + Hook API + Privacy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20040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417880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78808"/>
            <a:ext cx="3657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 React (AMD) + verif. Moodle 4.5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20040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57200" y="472744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4727448"/>
            <a:ext cx="3657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+ UI chat real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20040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57200" y="527608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5196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99516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425196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Dockerfile + HMAC + DB + Redis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9516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4251960" y="417880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251960" y="4178808"/>
            <a:ext cx="3657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5196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LLMProvider + EmbeddingProvider + tests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99516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251960" y="472744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251960" y="4727448"/>
            <a:ext cx="3657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5196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/chat real con RAG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9516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4251960" y="527608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251960" y="5276088"/>
            <a:ext cx="731520" cy="10972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0" y="35204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/ Integración</a:t>
            </a:r>
            <a:endParaRPr lang="en-US" sz="1300" dirty="0"/>
          </a:p>
        </p:txBody>
      </p:sp>
      <p:sp>
        <p:nvSpPr>
          <p:cNvPr id="55" name="Text 53"/>
          <p:cNvSpPr/>
          <p:nvPr/>
        </p:nvSpPr>
        <p:spPr>
          <a:xfrm>
            <a:off x="11155680" y="35204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8046720" y="38862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docker-compose con pgvector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10789920" y="38862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8046720" y="417880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46720" y="4178808"/>
            <a:ext cx="3657600" cy="10972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804672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SQL + indexador RAG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0789920" y="443484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8046720" y="472744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46720" y="49834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PHP + db/services.php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10789920" y="498348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046720" y="5276088"/>
            <a:ext cx="3657600" cy="10972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457200" y="5943600"/>
            <a:ext cx="109728" cy="4572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777240" y="5989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Database (Marcos) es el camino crítico de Sprint 2. Mitigación: backend mock /echo permite probar flujo PHP↔Python sin DB.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 · Reporte 4 May 2026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Earned Value Management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34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Comparación de las dos mediciones EVM. Valores normalizados al BAC del MVP (334 SP).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5486400" cy="338328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ABR 2026 — Setup en curso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9768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8.5%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20.7%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9768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21.8%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29768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008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9768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proyectada MVP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29768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May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6217920" y="1783080"/>
            <a:ext cx="5486400" cy="3383280"/>
          </a:xfrm>
          <a:prstGeom prst="rect">
            <a:avLst/>
          </a:prstGeom>
          <a:solidFill>
            <a:srgbClr val="F8FAFC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76200" dist="12700" dir="5400000">
              <a:srgbClr val="000000">
                <a:alpha val="6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MAY 2026 — Sprint 1 día 11/14 (HOY)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400800" y="2423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PV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058400" y="2423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400800" y="2834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058400" y="283464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400800" y="3246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0058400" y="3246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34.4%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400800" y="3657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058400" y="365760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0" y="4069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CPI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058400" y="40690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40080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 proyectada MVP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0058400" y="44805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May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457200" y="5349240"/>
            <a:ext cx="11247120" cy="1051560"/>
          </a:xfrm>
          <a:prstGeom prst="rect">
            <a:avLst/>
          </a:prstGeom>
          <a:solidFill>
            <a:srgbClr val="DBEAFE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57200" y="5349240"/>
            <a:ext cx="109728" cy="105156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4132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EJECUTIVA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777240" y="5687568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3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dentro de cronograma con leve sobrecosto controlado. La normalización del SPI de 2.44 a 1.10 es esperable: las primeras estimaciones eran optimistas (Setup es liviano en SP), no el equipo bajó el ritmo. CPI 0.85 refleja el esfuerzo extra invertido en formalización de docs y debugging del bundle React/Moodle.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 · Reporte 4 May 2026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estimación · lecciones aprendidas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Principales desvíos de estimación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112471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14400"/>
                <a:gridCol w="914400"/>
                <a:gridCol w="914400"/>
                <a:gridCol w="61264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Est.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Δ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Causa raíz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Setup e Investigación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~52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Subestimamos formalizar 39 docs + 6 ADRs. Decisión consciente.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Bundle React + Moodle AMD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+167%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anticipamos: Hook API deprecado en 4.4+, chunks lazy de Webpack rotos en Moodle.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HMAC + Providers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Sub-estimación favorable: investigación previa profunda permitió implementar más rápido.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SQL + indexador RAG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SP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iniciado en Sprint 1. Reasignado a Sprint 2 con prioridad alta.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57200" y="44348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Lecciones aprendidas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02920" y="4892040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2920" y="489204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22960" y="48463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velocidad del Setup no representa la del desarrollo (SPI 2.44 era engañoso, normalizó a 1.10)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502920" y="5257800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02920" y="525780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82296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Integraciones legacy/AMD son siempre 2× más caras de lo estimado — agregar buffer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502920" y="5623560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02920" y="5623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22960" y="55778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Investigación previa amortiza: HMAC y Providers salieron en menos tiempo del estimado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02920" y="5989320"/>
            <a:ext cx="201168" cy="201168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02920" y="59893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Mitigar single-point-of-failure: incorporamos práctica cross-functional (Delfi avanzó en backend de Santi)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 · Reporte 4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abiertos y próximos pasos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1247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 abiertos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691640"/>
          <a:ext cx="548640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097280"/>
                <a:gridCol w="109728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Schema SQL no listo · bloquea endpoint chat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 PHP backend_client no implementado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Reunión técnico Moodle UCC pendiente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Encuesta a docentes sin consolidar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· esta semana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217920" y="1783080"/>
            <a:ext cx="868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0" y="178308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 5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2237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Wireframes + cierre encuesta docentes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2286000"/>
            <a:ext cx="868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0" y="228600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Mié 6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223760" y="22860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Review · firmar acta cierre Fase 1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217920" y="2788920"/>
            <a:ext cx="868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0" y="2788920"/>
            <a:ext cx="868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Jue 7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72237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Planning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217920" y="3383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· 7–20 May (objetivos clave)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217920" y="3794760"/>
            <a:ext cx="5486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SQL pgvector + migración inicial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RAG indexación de PDFs (Marcos)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PHP + db/services.php (Marcos)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/chat real con RAG (Santiago)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chat completa (Delfina)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5532120"/>
            <a:ext cx="1124712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57200" y="5532120"/>
            <a:ext cx="109728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577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MVP · 1 JUNIO 2026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77240" y="5852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65F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embebido en Moodle con backend real · Indexación de PDFs · Respuestas contextualizadas con material del curso · Pruebas con usuarios reales para feedback.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36576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NexusAI · Reporte 4 May 2026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-2743200"/>
            <a:ext cx="5029200" cy="5029200"/>
          </a:xfrm>
          <a:prstGeom prst="ellipse">
            <a:avLst/>
          </a:prstGeom>
          <a:solidFill>
            <a:srgbClr val="6366F1">
              <a:alpha val="35000"/>
            </a:srgbClr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4114800" y="4114800"/>
            <a:ext cx="4572000" cy="4572000"/>
          </a:xfrm>
          <a:prstGeom prst="ellipse">
            <a:avLst/>
          </a:prstGeom>
          <a:solidFill>
            <a:srgbClr val="8B5CF6">
              <a:alpha val="15000"/>
            </a:srgbClr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2194560"/>
            <a:ext cx="10972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 NexusAI · Proyecto Integrador 2026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572000"/>
            <a:ext cx="3657600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47548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Santiago Tricherri  ·  Delfina Salinas  ·  Marcos Bugliotti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2120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github.com/nexusai-ucc/nexusAI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Reporte para Belén Zarazaga · Cátedra de Administración de Proyectos de Software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NexusAI — Estado del Proyecto Sprint 1</dc:title>
  <dc:subject>PptxGenJS Presentation</dc:subject>
  <dc:creator>Equipo NexusAI — UCC 2026</dc:creator>
  <cp:lastModifiedBy>Equipo NexusAI — UCC 2026</cp:lastModifiedBy>
  <cp:revision>1</cp:revision>
  <dcterms:created xsi:type="dcterms:W3CDTF">2026-05-04T19:40:23Z</dcterms:created>
  <dcterms:modified xsi:type="dcterms:W3CDTF">2026-05-04T19:40:23Z</dcterms:modified>
</cp:coreProperties>
</file>